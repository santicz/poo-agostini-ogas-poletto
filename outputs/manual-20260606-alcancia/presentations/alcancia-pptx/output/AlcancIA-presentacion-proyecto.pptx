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770531c1084528" /><Relationship Type="http://schemas.openxmlformats.org/officeDocument/2006/relationships/extended-properties" Target="/docProps/app.xml" Id="Re3a28e4ce59f485b" /><Relationship Type="http://schemas.openxmlformats.org/officeDocument/2006/relationships/officeDocument" Target="/ppt/presentation.xml" Id="Rafe64221acea44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aa36009daa43f2"/>
  </p:sldMasterIdLst>
  <p:notesMasterIdLst>
    <p:notesMasterId xmlns:r="http://schemas.openxmlformats.org/officeDocument/2006/relationships" r:id="Rcda4648b5f644604"/>
  </p:notesMasterIdLst>
  <p:sldIdLst>
    <p:sldId xmlns:r="http://schemas.openxmlformats.org/officeDocument/2006/relationships" id="256" r:id="R59b66d36a9194722"/>
    <p:sldId xmlns:r="http://schemas.openxmlformats.org/officeDocument/2006/relationships" id="257" r:id="R578f6f6242c64e99"/>
    <p:sldId xmlns:r="http://schemas.openxmlformats.org/officeDocument/2006/relationships" id="258" r:id="R5d6dfadcb4b0439c"/>
    <p:sldId xmlns:r="http://schemas.openxmlformats.org/officeDocument/2006/relationships" id="259" r:id="R04000b12d76f4cab"/>
    <p:sldId xmlns:r="http://schemas.openxmlformats.org/officeDocument/2006/relationships" id="260" r:id="Re7f3fc554f5044d5"/>
    <p:sldId xmlns:r="http://schemas.openxmlformats.org/officeDocument/2006/relationships" id="261" r:id="Rea83a1568e4f43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ebcd6a38f4925" /><Relationship Type="http://schemas.openxmlformats.org/officeDocument/2006/relationships/slideMaster" Target="/ppt/slideMasters/slideMaster1.xml" Id="R17aa36009daa43f2" /><Relationship Type="http://schemas.openxmlformats.org/officeDocument/2006/relationships/notesMaster" Target="/ppt/notesMasters/notesMaster1.xml" Id="Rcda4648b5f644604" /><Relationship Type="http://schemas.openxmlformats.org/officeDocument/2006/relationships/presProps" Target="/ppt/presProps.xml" Id="R81970e0c1024494f" /><Relationship Type="http://schemas.openxmlformats.org/officeDocument/2006/relationships/viewProps" Target="/ppt/viewProps.xml" Id="Re6140bfe1f644875" /><Relationship Type="http://schemas.openxmlformats.org/officeDocument/2006/relationships/tableStyles" Target="/ppt/tableStyles.xml" Id="R4f33be77fb324d40" /><Relationship Type="http://schemas.openxmlformats.org/officeDocument/2006/relationships/slide" Target="/ppt/slides/slide1.xml" Id="R59b66d36a9194722" /><Relationship Type="http://schemas.openxmlformats.org/officeDocument/2006/relationships/slide" Target="/ppt/slides/slide2.xml" Id="R578f6f6242c64e99" /><Relationship Type="http://schemas.openxmlformats.org/officeDocument/2006/relationships/slide" Target="/ppt/slides/slide3.xml" Id="R5d6dfadcb4b0439c" /><Relationship Type="http://schemas.openxmlformats.org/officeDocument/2006/relationships/slide" Target="/ppt/slides/slide4.xml" Id="R04000b12d76f4cab" /><Relationship Type="http://schemas.openxmlformats.org/officeDocument/2006/relationships/slide" Target="/ppt/slides/slide5.xml" Id="Re7f3fc554f5044d5" /><Relationship Type="http://schemas.openxmlformats.org/officeDocument/2006/relationships/slide" Target="/ppt/slides/slide6.xml" Id="Rea83a1568e4f43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dd5512c1d9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8d2371fd74e8e" /><Relationship Type="http://schemas.openxmlformats.org/officeDocument/2006/relationships/notesMaster" Target="/ppt/notesMasters/notesMaster1.xml" Id="Rda72ce6b94fb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ad18f32be4464" /><Relationship Type="http://schemas.openxmlformats.org/officeDocument/2006/relationships/notesMaster" Target="/ppt/notesMasters/notesMaster1.xml" Id="R276c61fce89843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514e78105148ec" /><Relationship Type="http://schemas.openxmlformats.org/officeDocument/2006/relationships/notesMaster" Target="/ppt/notesMasters/notesMaster1.xml" Id="R058b9e461ea547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f4cb6c46244f1" /><Relationship Type="http://schemas.openxmlformats.org/officeDocument/2006/relationships/notesMaster" Target="/ppt/notesMasters/notesMaster1.xml" Id="R2b1d2a570aa546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c3f16f577c4dcf" /><Relationship Type="http://schemas.openxmlformats.org/officeDocument/2006/relationships/notesMaster" Target="/ppt/notesMasters/notesMaster1.xml" Id="R5b3348bfb5fb48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4dbd679637417a" /><Relationship Type="http://schemas.openxmlformats.org/officeDocument/2006/relationships/notesMaster" Target="/ppt/notesMasters/notesMaster1.xml" Id="Rd6f21f446aa1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5c49941b04a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cbfbc2d834cb4" /><Relationship Type="http://schemas.openxmlformats.org/officeDocument/2006/relationships/slideLayout" Target="/ppt/slideLayouts/slideLayout1.xml" Id="Ra3c529ed504c4e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c529ed504c4e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72731ab3948aa" /><Relationship Type="http://schemas.openxmlformats.org/officeDocument/2006/relationships/notesSlide" Target="/ppt/notesSlides/notesSlide1.xml" Id="Rbeca14d644594a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130423dae40a0" /><Relationship Type="http://schemas.openxmlformats.org/officeDocument/2006/relationships/notesSlide" Target="/ppt/notesSlides/notesSlide2.xml" Id="Rdcb82731599748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f16cfc8694f34" /><Relationship Type="http://schemas.openxmlformats.org/officeDocument/2006/relationships/notesSlide" Target="/ppt/notesSlides/notesSlide3.xml" Id="Rc6ba70a6f24145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cf13fc33e4658" /><Relationship Type="http://schemas.openxmlformats.org/officeDocument/2006/relationships/notesSlide" Target="/ppt/notesSlides/notesSlide4.xml" Id="R341d0bc8251e4d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4228ad0bd4a07" /><Relationship Type="http://schemas.openxmlformats.org/officeDocument/2006/relationships/notesSlide" Target="/ppt/notesSlides/notesSlide5.xml" Id="R4079430ec24d4c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19c92f15146a8" /><Relationship Type="http://schemas.openxmlformats.org/officeDocument/2006/relationships/notesSlide" Target="/ppt/notesSlides/notesSlide6.xml" Id="R681caf4eb3bc49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C73A7-638F-4D1C-B340-80DB179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D3BD2DFD-EDE2-42AB-B15B-D6138CAD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AE288-FE10-401D-B884-863FC4FB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INTRODUCCION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A5B6F-5EE0-4F99-BC7C-67CD6548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rPr>
              <a:t>AlcancIA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CE596-B858-4C77-B4DD-5E761074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FD18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4FD18B"/>
                </a:solidFill>
                <a:latin typeface="Aptos"/>
                <a:ea typeface="Aptos"/>
                <a:cs typeface="Aptos"/>
              </a:rPr>
              <a:t>SmartExpense &amp; Subs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6129A-DA53-4480-A5F6-8F536FEA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Una aplicacion de gestion financiera personal desarrollada en C++ con Qt para centralizar tickets, gastos y suscripciones.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65FD5-B051-4688-80AC-D0996EB8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6702B-52D8-4C1D-A2FF-628AACDB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6B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EC8EF-B752-4B3B-A71B-1C2CE660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144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FED44-F7B5-4EB6-8B73-2C1C362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Tickets fisicos desordenados y pagos recurrentes faciles de olvidar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B2436-9B0C-44C0-9B83-18558985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3176E-3114-488B-AE1F-6655FE21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3DE33-9B5E-4950-A0B9-ACAF6A29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4320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SOLUCION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84993-2865-4DFB-96E0-880FBC29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289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Un panel unico para registrar, clasificar y consultar la informacion financiera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DD584-7892-4551-96F8-8D86FEA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D5FB6-B829-416C-8D71-A6702184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B7F7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5D8F6-6C80-4C27-973E-EA93282E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ENFOQUE POO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AE0EF-06DB-4504-A563-AE286E99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Modelos, encapsulamiento y clases responsables para separar interfaz, datos y logica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B6726-A27F-419B-BD77-4354D83F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AlcancIA - Proyecto POO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17BC9-17D4-4CCC-BBFF-13644B06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298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47482-D3A0-42F6-9F8C-79B9451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E1D01750-B08A-409B-BDA3-7A4E2755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9611D-E9BF-4D02-8397-82BFA8B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FUNCIONALIDADES PRINCIPALES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19CFD-1E36-458A-B85E-266BD8ED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57150" rIns="95250" bIns="57150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rPr>
              <a:t>El sistema cubre el ciclo completo del gasto personal.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2C4C7-C0CE-43A2-BB60-F982B498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E5EE7-D6EF-4050-BD72-46BB8904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C7C9E-0CD4-445B-8A1F-0EFC2F89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CARGA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83526-8C55-41E7-9A1B-263A28F2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Ingreso manual, imagen de ticket y facturas digitales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7422E-8B3B-44F5-9E43-FB02FAD3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43C9F-EF94-4E55-B5F6-D180D3F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B7F7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F6653-91D2-4EAE-ACEC-539DBEF7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9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PROCESAMIENTO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F873F-FA95-49DC-AC5A-33437946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955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Extraccion de comercio, fecha, monto total e items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3F59F-0EC7-4992-A5DD-6B1923E6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7258D-22EA-4A7E-9F71-19459F78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367A4-1359-436D-9206-714D1B85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9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CLASIFICACION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C75B3-3DC0-445A-A16F-E6DF3E71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955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Categorias como supermercado, transporte, salud y servicios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A6BC7-91B9-4316-9997-31FC6C6B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38375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2D962-7D72-4FEF-BFAC-2D027371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6B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6ABDA-4DDE-47C5-B484-D65AA792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098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SUSCRIPCIONES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8ABEB-7A35-4478-8379-1D901ACC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69557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Servicios recurrentes con vencimiento, estado y aviso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7023F-E4A4-44F8-8150-3C98774B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15B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86D86-C066-4E81-A33F-B11DE9D2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 w="19050">
            <a:solidFill>
              <a:srgbClr val="10182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10355-A41B-4656-A84C-94686686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004EF-8231-48BF-82D6-1CC61FAF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48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Registrar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19944-4C64-4A43-8FFB-355D7822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43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B7F7"/>
          </a:solidFill>
          <a:ln xmlns:a="http://schemas.openxmlformats.org/drawingml/2006/main" w="19050">
            <a:solidFill>
              <a:srgbClr val="1018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B4780-57A3-42B9-BFAD-99612D8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CA524-1B1F-407C-A56B-3FD1F123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Procesar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F4EE5-20EA-4DCF-AF98-816D1492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43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19050">
            <a:solidFill>
              <a:srgbClr val="10182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7D61A7-B22B-4A86-B36B-AA79FD95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097F8F-D372-4D4E-9E05-6E39E78E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648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2781F-7C37-48AB-9D28-3BFC799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43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6B"/>
          </a:solidFill>
          <a:ln xmlns:a="http://schemas.openxmlformats.org/drawingml/2006/main" w="19050">
            <a:solidFill>
              <a:srgbClr val="10182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D39930-CD13-4459-8DCB-107E66F8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360BC8-467F-4F0C-8ED7-522A1A79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482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BBEF4A-FC8E-47A5-BEF8-8FA6AF39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4830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Resultado: el usuario puede ver gastos mensuales, cantidad de tickets, suscripciones activas y distribucion por categoria o semana.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F98EFC-6FB3-4A9D-862E-0851E30E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AlcancIA - Proyecto POO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3CF0B4-908F-40FF-A7A0-0BDA0BAD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834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F1405-50E5-4E61-B754-E3AB661F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0271D043-E0D5-47C2-BFB3-32CFEBB4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D4635-7A7A-4949-9D2D-DF559AB4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FF187-C2C2-44B4-8357-9A3A22B0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57150" rIns="95250" bIns="57150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rPr>
              <a:t>La interfaz Qt organiza la experiencia en pantallas claras.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3EBA4-B8D5-4AAD-8E90-4B2C51A3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86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03F8F-D654-4150-B263-36F6DCC7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216F6-BBB6-4D5E-91F5-5FEFE87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Autenticacion de usuario y recuerdo del ultimo 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2F875-D954-40BC-92A3-5752FC5B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86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FD18B"/>
          </a:solidFill>
          <a:ln xmlns:a="http://schemas.openxmlformats.org/drawingml/2006/main" w="9525">
            <a:solidFill>
              <a:srgbClr val="4FD1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CF5AA-4094-49C1-95A5-3A86726F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FD87A-B50A-41DC-80A3-1BF21D97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003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Resumen general de gastos, tickets y suscripciones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79533-200E-4519-8641-E3033161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286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F2738-7F32-4599-9044-35E94E07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756C1-6B4D-48DD-9AC9-4CA5B7D5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Listado, busqueda, filtros y carga de comprobantes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E9AED-306C-410A-BD96-E3AA0764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286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68506-2A85-45F3-973B-A17202E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Suscripciones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39BDB-3BE9-4078-9DF6-0B842D1E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48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Alta, baja, estado activo y vencimientos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5B77E-54A2-4F40-B208-78BB00A9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286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BB5E3-9250-43FE-A8EF-4D642CF5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Reportes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738ED-E59D-431D-B58C-692139AB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72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Gastos por categoria, por semana y por 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79F3A-6046-42D0-999B-BEDDD5AD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5905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9525">
            <a:solidFill>
              <a:srgbClr val="37515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8A5D0-DCE0-4DF1-928E-11E15E35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Modelos que conectan UI y datos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3319C-9461-4AB8-9FC5-63E13CD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81300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71450" tIns="133350" rIns="171450" bIns="133350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Ticket hereda informacion base de monto, fecha, categoria y descripcion</a:t>
            </a:r>
          </a:p>
          <a:p xmlns:a="http://schemas.openxmlformats.org/drawingml/2006/main">
            <a:pPr algn="l">
              <a:defRPr sz="15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ItemTicket representa cada producto comprado</a:t>
            </a:r>
          </a:p>
          <a:p xmlns:a="http://schemas.openxmlformats.org/drawingml/2006/main">
            <a:pPr algn="l">
              <a:defRPr sz="15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Suscripcion agrega servicio, vencimiento, dias de aviso y estado</a:t>
            </a:r>
          </a:p>
          <a:p xmlns:a="http://schemas.openxmlformats.org/drawingml/2006/main">
            <a:pPr algn="l">
              <a:defRPr sz="15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Notificacion permite comunicar vencimientos o eventos pendientes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E61D0-DB75-4A6B-95AB-FBD77AF8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291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FD1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FD18B"/>
                </a:solidFill>
                <a:latin typeface="Aptos"/>
                <a:ea typeface="Aptos"/>
                <a:cs typeface="Aptos"/>
              </a:rPr>
              <a:t>Tecnologias: Qt 6, C++, Qt Creator, QNetworkAccessManager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87C79-AC5B-458F-BDFE-4B9C0C5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AlcancIA - Proyecto POO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5EE35-CDC9-48B0-82CA-605B69CD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9359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E4288-8917-41F1-A752-FECF2229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C8FE9443-E411-418A-993F-5ACF6687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66007-DD24-4B0C-90F5-AD7ED912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1055D-50B1-42DF-9F25-33B1AB7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57150" rIns="95250" bIns="57150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rPr>
              <a:t>La persistencia combina una fuente central con cache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8D1FC-D826-43FF-8D4D-B5E40374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19050">
            <a:solidFill>
              <a:srgbClr val="5FB7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6F31-6005-4EA4-887C-FC14979F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5FB7F7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5FB7F7"/>
                </a:solidFill>
                <a:latin typeface="Aptos"/>
                <a:ea typeface="Aptos"/>
                <a:cs typeface="Aptos"/>
              </a:rPr>
              <a:t>SQLite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EB12F-CB1E-4331-A5FA-E8FF4F0E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Cache liviano en la computadora del usuario</a:t>
            </a:r>
          </a:p>
          <a:p xmlns:a="http://schemas.openxmlformats.org/drawingml/2006/main">
            <a:pPr algn="l">
              <a:defRPr sz="12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Sesion, categorias, ultimos gastos, suscripciones y notificaciones</a:t>
            </a:r>
          </a:p>
          <a:p xmlns:a="http://schemas.openxmlformats.org/drawingml/2006/main">
            <a:pPr algn="l">
              <a:defRPr sz="12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Consultas frecuentes mas rapidas y menor trafico al servidor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1469B-5C42-403A-B61E-F9F0E467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19050">
            <a:solidFill>
              <a:srgbClr val="4FD1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54FF3-0335-4902-9ECB-BAB73666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FD18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4FD18B"/>
                </a:solidFill>
                <a:latin typeface="Aptos"/>
                <a:ea typeface="Aptos"/>
                <a:cs typeface="Aptos"/>
              </a:rPr>
              <a:t>MySQL en VPS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1FC85-D886-4239-BBEF-2FE522AD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Base principal y fuente de verdad</a:t>
            </a:r>
          </a:p>
          <a:p xmlns:a="http://schemas.openxmlformats.org/drawingml/2006/main">
            <a:pPr algn="l">
              <a:defRPr sz="12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Usuarios, historico completo, comprobantes, items y suscripciones</a:t>
            </a:r>
          </a:p>
          <a:p xmlns:a="http://schemas.openxmlformats.org/drawingml/2006/main">
            <a:pPr algn="l">
              <a:defRPr sz="1200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Sincronizacion entre dispositivos y administracion desde VPS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98BB3-A0DE-47D4-A648-220500E3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15B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E84B9-61A9-4F97-8402-145D1DF2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90875"/>
            <a:ext cx="323850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7515B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259D1-E4F9-494F-A4BF-549AC028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90875"/>
            <a:ext cx="323850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7515B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17754-C5EE-4768-A49F-920F8A5B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Sincronizacion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8E224-3918-4A61-B487-7EFF2C94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sincronizado + accion_pendiente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1A0D0-EBA2-4869-9063-67118790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AlcancIA - Proyecto POO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D126A-EE25-4C6B-B4D6-10D9FE45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5643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725FF1-2E05-4BC4-BD4F-B330639C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E86FE2EC-F04D-4D0C-A843-9D75A901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B0ED3-9A52-4651-9A11-47CE952E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BACKEND Y LOGICA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A0BC4-EA99-477D-AD8C-04D7CE2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57150" rIns="95250" bIns="57150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rPr>
              <a:t>DataManager coordina red, persistencia y reglas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A0012-4040-4B37-8BAD-FC0D2103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19050">
            <a:solidFill>
              <a:srgbClr val="5FB7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D47A8-4340-46FA-8872-D33E5975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FB7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5FB7F7"/>
                </a:solidFill>
                <a:latin typeface="Aptos"/>
                <a:ea typeface="Aptos"/>
                <a:cs typeface="Aptos"/>
              </a:rPr>
              <a:t>UI Qt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D5C44-1331-4429-9D4C-AD0BD240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Pantallas y dialogos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3CD54-8752-4B3E-BB19-3819E423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19050">
            <a:solidFill>
              <a:srgbClr val="4FD1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06E56-943C-4E5C-A206-868A4726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384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FD18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4FD18B"/>
                </a:solidFill>
                <a:latin typeface="Aptos"/>
                <a:ea typeface="Aptos"/>
                <a:cs typeface="Aptos"/>
              </a:rPr>
              <a:t>DataManager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3E742-ECC5-40F9-B769-CD1713A6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Login, tickets, suscripciones, reportes y eventos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B2F8A-D576-4B47-BB51-0FC9A465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19050">
            <a:solidFill>
              <a:srgbClr val="F2C94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AA9E7-9D11-480A-ADB8-36B61B0A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669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2C94C"/>
                </a:solidFill>
                <a:latin typeface="Aptos"/>
                <a:ea typeface="Aptos"/>
                <a:cs typeface="Aptos"/>
              </a:rPr>
              <a:t>adminDB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63F24-69F6-4F57-889F-108023FC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SQLite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17FA0-1AFA-45DE-BD6C-2A7497E7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42C"/>
          </a:solidFill>
          <a:ln xmlns:a="http://schemas.openxmlformats.org/drawingml/2006/main" w="19050">
            <a:solidFill>
              <a:srgbClr val="F26B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53574-F89F-4A34-AB83-4DEAF56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6B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26B6B"/>
                </a:solidFill>
                <a:latin typeface="Aptos"/>
                <a:ea typeface="Aptos"/>
                <a:cs typeface="Aptos"/>
              </a:rPr>
              <a:t>QNetwork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2F5DE-09E7-4DFF-9354-45DAF494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Servidor / VPS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9D836-9BB2-4A0B-A553-4876023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03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15B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95C6C-B420-4B53-BFA6-A943C833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15B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47745-256D-4F02-994A-62293304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15B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CD522-8880-4CAE-B418-C4455DDE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15B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8E68D-2E6D-4781-A480-BE6CAB05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3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71450" tIns="133350" rIns="171450" bIns="133350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Estados de red: esperando, enviando foto, sincronizando, exito o error</a:t>
            </a:r>
          </a:p>
          <a:p xmlns:a="http://schemas.openxmlformats.org/drawingml/2006/main">
            <a:pPr algn="l">
              <a:defRPr sz="142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Senales Qt para avisar cambios en tickets, suscripciones y notificaciones</a:t>
            </a:r>
          </a:p>
          <a:p xmlns:a="http://schemas.openxmlformats.org/drawingml/2006/main">
            <a:pPr algn="l">
              <a:defRPr sz="142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- Procesamiento remoto de tickets y guardado de JSON estructurado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5F5D4-2D4E-43CA-9A53-A36AEE0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AlcancIA - Proyecto POO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6C761-7F0B-4918-87EF-48AA430F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221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9BF49-349D-4399-92DF-BFCF9A4D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>
            <a:noFill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8D6E4744-1171-4427-8A0C-1CCAACED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948A5-8758-41A1-A054-3A1280CA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DEMOSTRACION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20910-6A4A-4391-84D9-2AEAA34E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57150" rIns="95250" bIns="57150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6F8F5"/>
                </a:solidFill>
                <a:latin typeface="Aptos Display"/>
                <a:ea typeface="Aptos Display"/>
                <a:cs typeface="Aptos Display"/>
              </a:rPr>
              <a:t>La demo muestra el flujo real desde el usuario hasta los reportes.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32882-43DB-4F1F-8C4C-FAC15BB0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81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18B"/>
          </a:solidFill>
          <a:ln xmlns:a="http://schemas.openxmlformats.org/drawingml/2006/main" w="19050">
            <a:solidFill>
              <a:srgbClr val="1018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65F44-8573-490E-BC7E-3A94AC00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336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2FADB-3B22-4C1F-8373-5D0E351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Iniciar sesion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D7894-C7E6-40F5-BEA8-EC76D898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Acceso al panel principal del usuario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89B2C-AA79-4966-AD7A-780200C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81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B7F7"/>
          </a:solidFill>
          <a:ln xmlns:a="http://schemas.openxmlformats.org/drawingml/2006/main" w="19050">
            <a:solidFill>
              <a:srgbClr val="10182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1C894-4372-4A09-BCF6-B2418855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336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BA6CF-134D-438E-B6C0-A573AEEA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505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Cargar ticket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1E214-6BAD-422C-8FFC-1821147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Imagen o registro manual con monto, fecha y categoria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9DE7D-EADD-4AC8-AF2B-AD154719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81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19050">
            <a:solidFill>
              <a:srgbClr val="10182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805A0-4450-4F23-BA4D-19D05E3D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336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00205-12E5-40BC-B1AF-7E2F8ED0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05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Gestionar suscripcion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6C339-0402-4B10-8EF0-DA1477B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576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Servicio activo, vencimiento y dias de aviso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92CB6-0FF4-474A-A2B7-7A1E4050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6B"/>
          </a:solidFill>
          <a:ln xmlns:a="http://schemas.openxmlformats.org/drawingml/2006/main" w="19050">
            <a:solidFill>
              <a:srgbClr val="10182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FF52A-BB26-4C7D-93D8-4548893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5336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DCB4D-8DBB-488A-832F-46ACE7CF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05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Ver reportes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9693D-53C3-4C5E-A01F-1E1121FF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576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Resumen mensual, categorias y evolucion semanal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C3AF9-7EF7-4DDC-BB41-B8705698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FD18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FD18B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27911-9E34-4B65-A048-43DE0032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530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250" tIns="76200" rIns="95250" bIns="76200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6F8F5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6F8F5"/>
                </a:solidFill>
                <a:latin typeface="Aptos"/>
                <a:ea typeface="Aptos"/>
                <a:cs typeface="Aptos"/>
              </a:rPr>
              <a:t>AlcancIA aplica Programacion Orientada a Objetos para resolver una necesidad concreta: ordenar la informacion financiera cotidiana y hacerla mas facil de consultar.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D98D32-C140-4840-988B-EA923228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AlcancIA - Proyecto POO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5EF60-4337-49EB-AE60-78B4247A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A9B6B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6B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665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2026-06-06T17:01:54.6070000Z</dcterms:created>
  <dcterms:modified xsi:type="dcterms:W3CDTF">2026-06-06T17:01:54.6070000Z</dcterms:modified>
</coreProperties>
</file>